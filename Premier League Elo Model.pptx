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350" r:id="rId5"/>
    <p:sldId id="361" r:id="rId6"/>
    <p:sldId id="352" r:id="rId7"/>
    <p:sldId id="365" r:id="rId8"/>
    <p:sldId id="366" r:id="rId9"/>
    <p:sldId id="367" r:id="rId10"/>
    <p:sldId id="368" r:id="rId11"/>
    <p:sldId id="372" r:id="rId12"/>
    <p:sldId id="371" r:id="rId13"/>
    <p:sldId id="369" r:id="rId14"/>
    <p:sldId id="373" r:id="rId15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C509AA-7BF9-482B-A30C-F299C91E5A2E}" v="18" dt="2026-09-21T20:32:32.9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Pope" userId="8fcf3c8e781a232a" providerId="LiveId" clId="{A889338D-4056-4923-BAE4-2FE89B6F777F}"/>
    <pc:docChg chg="undo custSel addSld delSld modSld sldOrd">
      <pc:chgData name="Jack Pope" userId="8fcf3c8e781a232a" providerId="LiveId" clId="{A889338D-4056-4923-BAE4-2FE89B6F777F}" dt="2026-09-21T20:37:39.861" v="2391" actId="478"/>
      <pc:docMkLst>
        <pc:docMk/>
      </pc:docMkLst>
      <pc:sldChg chg="del">
        <pc:chgData name="Jack Pope" userId="8fcf3c8e781a232a" providerId="LiveId" clId="{A889338D-4056-4923-BAE4-2FE89B6F777F}" dt="2026-09-21T12:02:42.131" v="452" actId="47"/>
        <pc:sldMkLst>
          <pc:docMk/>
          <pc:sldMk cId="2336677316" sldId="343"/>
        </pc:sldMkLst>
      </pc:sldChg>
      <pc:sldChg chg="modSp mod">
        <pc:chgData name="Jack Pope" userId="8fcf3c8e781a232a" providerId="LiveId" clId="{A889338D-4056-4923-BAE4-2FE89B6F777F}" dt="2026-09-21T18:14:10.531" v="1110" actId="20577"/>
        <pc:sldMkLst>
          <pc:docMk/>
          <pc:sldMk cId="2960950710" sldId="350"/>
        </pc:sldMkLst>
        <pc:spChg chg="mod">
          <ac:chgData name="Jack Pope" userId="8fcf3c8e781a232a" providerId="LiveId" clId="{A889338D-4056-4923-BAE4-2FE89B6F777F}" dt="2026-09-21T18:14:10.531" v="1110" actId="20577"/>
          <ac:spMkLst>
            <pc:docMk/>
            <pc:sldMk cId="2960950710" sldId="350"/>
            <ac:spMk id="2" creationId="{293E168C-8042-5B4E-A5A4-A5BF693AE2D6}"/>
          </ac:spMkLst>
        </pc:spChg>
      </pc:sldChg>
      <pc:sldChg chg="delSp modSp mod">
        <pc:chgData name="Jack Pope" userId="8fcf3c8e781a232a" providerId="LiveId" clId="{A889338D-4056-4923-BAE4-2FE89B6F777F}" dt="2026-09-21T18:49:26.411" v="2083" actId="20577"/>
        <pc:sldMkLst>
          <pc:docMk/>
          <pc:sldMk cId="289860937" sldId="352"/>
        </pc:sldMkLst>
        <pc:spChg chg="mod">
          <ac:chgData name="Jack Pope" userId="8fcf3c8e781a232a" providerId="LiveId" clId="{A889338D-4056-4923-BAE4-2FE89B6F777F}" dt="2026-09-21T16:41:18.481" v="1001" actId="20577"/>
          <ac:spMkLst>
            <pc:docMk/>
            <pc:sldMk cId="289860937" sldId="352"/>
            <ac:spMk id="7" creationId="{3E1C152D-1AA6-9242-B5C9-B06EEE4F9661}"/>
          </ac:spMkLst>
        </pc:spChg>
        <pc:spChg chg="mod">
          <ac:chgData name="Jack Pope" userId="8fcf3c8e781a232a" providerId="LiveId" clId="{A889338D-4056-4923-BAE4-2FE89B6F777F}" dt="2026-09-21T13:53:32.679" v="621" actId="20577"/>
          <ac:spMkLst>
            <pc:docMk/>
            <pc:sldMk cId="289860937" sldId="352"/>
            <ac:spMk id="8" creationId="{B32B0C1D-C221-7C47-B7D6-77E7BDB41749}"/>
          </ac:spMkLst>
        </pc:spChg>
        <pc:spChg chg="mod">
          <ac:chgData name="Jack Pope" userId="8fcf3c8e781a232a" providerId="LiveId" clId="{A889338D-4056-4923-BAE4-2FE89B6F777F}" dt="2026-09-21T18:49:26.411" v="2083" actId="20577"/>
          <ac:spMkLst>
            <pc:docMk/>
            <pc:sldMk cId="289860937" sldId="352"/>
            <ac:spMk id="9" creationId="{38FB4732-AB07-C54D-AF44-F8ADB6D2B8B6}"/>
          </ac:spMkLst>
        </pc:spChg>
        <pc:spChg chg="mod">
          <ac:chgData name="Jack Pope" userId="8fcf3c8e781a232a" providerId="LiveId" clId="{A889338D-4056-4923-BAE4-2FE89B6F777F}" dt="2026-09-21T13:53:56.181" v="646" actId="20577"/>
          <ac:spMkLst>
            <pc:docMk/>
            <pc:sldMk cId="289860937" sldId="352"/>
            <ac:spMk id="10" creationId="{69BD3932-D1D0-1045-BD96-8B26F11B8515}"/>
          </ac:spMkLst>
        </pc:spChg>
        <pc:spChg chg="mod">
          <ac:chgData name="Jack Pope" userId="8fcf3c8e781a232a" providerId="LiveId" clId="{A889338D-4056-4923-BAE4-2FE89B6F777F}" dt="2026-09-21T18:49:24.003" v="2082" actId="20577"/>
          <ac:spMkLst>
            <pc:docMk/>
            <pc:sldMk cId="289860937" sldId="352"/>
            <ac:spMk id="11" creationId="{7F247A08-A350-EF44-9F10-FC72B5466602}"/>
          </ac:spMkLst>
        </pc:spChg>
        <pc:spChg chg="mod">
          <ac:chgData name="Jack Pope" userId="8fcf3c8e781a232a" providerId="LiveId" clId="{A889338D-4056-4923-BAE4-2FE89B6F777F}" dt="2026-09-21T13:54:00.713" v="656" actId="20577"/>
          <ac:spMkLst>
            <pc:docMk/>
            <pc:sldMk cId="289860937" sldId="352"/>
            <ac:spMk id="12" creationId="{B115086E-2AC3-4F4D-8F85-104CFA64FECF}"/>
          </ac:spMkLst>
        </pc:spChg>
        <pc:spChg chg="del">
          <ac:chgData name="Jack Pope" userId="8fcf3c8e781a232a" providerId="LiveId" clId="{A889338D-4056-4923-BAE4-2FE89B6F777F}" dt="2026-09-21T18:49:07.001" v="2036" actId="478"/>
          <ac:spMkLst>
            <pc:docMk/>
            <pc:sldMk cId="289860937" sldId="352"/>
            <ac:spMk id="13" creationId="{2D9626DF-C81E-004B-9A70-7EF103792475}"/>
          </ac:spMkLst>
        </pc:spChg>
        <pc:spChg chg="del">
          <ac:chgData name="Jack Pope" userId="8fcf3c8e781a232a" providerId="LiveId" clId="{A889338D-4056-4923-BAE4-2FE89B6F777F}" dt="2026-09-21T18:49:07.001" v="2036" actId="478"/>
          <ac:spMkLst>
            <pc:docMk/>
            <pc:sldMk cId="289860937" sldId="352"/>
            <ac:spMk id="14" creationId="{C0BAE34D-BF83-084B-A10C-EB85694B9ACF}"/>
          </ac:spMkLst>
        </pc:spChg>
      </pc:sldChg>
      <pc:sldChg chg="del">
        <pc:chgData name="Jack Pope" userId="8fcf3c8e781a232a" providerId="LiveId" clId="{A889338D-4056-4923-BAE4-2FE89B6F777F}" dt="2026-09-21T12:02:33.607" v="445" actId="47"/>
        <pc:sldMkLst>
          <pc:docMk/>
          <pc:sldMk cId="2521537536" sldId="353"/>
        </pc:sldMkLst>
      </pc:sldChg>
      <pc:sldChg chg="del">
        <pc:chgData name="Jack Pope" userId="8fcf3c8e781a232a" providerId="LiveId" clId="{A889338D-4056-4923-BAE4-2FE89B6F777F}" dt="2026-09-21T12:02:35.166" v="446" actId="47"/>
        <pc:sldMkLst>
          <pc:docMk/>
          <pc:sldMk cId="1556310685" sldId="354"/>
        </pc:sldMkLst>
      </pc:sldChg>
      <pc:sldChg chg="del">
        <pc:chgData name="Jack Pope" userId="8fcf3c8e781a232a" providerId="LiveId" clId="{A889338D-4056-4923-BAE4-2FE89B6F777F}" dt="2026-09-21T12:02:37.242" v="447" actId="47"/>
        <pc:sldMkLst>
          <pc:docMk/>
          <pc:sldMk cId="4206035864" sldId="355"/>
        </pc:sldMkLst>
      </pc:sldChg>
      <pc:sldChg chg="del">
        <pc:chgData name="Jack Pope" userId="8fcf3c8e781a232a" providerId="LiveId" clId="{A889338D-4056-4923-BAE4-2FE89B6F777F}" dt="2026-09-21T12:02:38.224" v="448" actId="47"/>
        <pc:sldMkLst>
          <pc:docMk/>
          <pc:sldMk cId="188845726" sldId="356"/>
        </pc:sldMkLst>
      </pc:sldChg>
      <pc:sldChg chg="del">
        <pc:chgData name="Jack Pope" userId="8fcf3c8e781a232a" providerId="LiveId" clId="{A889338D-4056-4923-BAE4-2FE89B6F777F}" dt="2026-09-21T12:02:39.097" v="449" actId="47"/>
        <pc:sldMkLst>
          <pc:docMk/>
          <pc:sldMk cId="2509101887" sldId="357"/>
        </pc:sldMkLst>
      </pc:sldChg>
      <pc:sldChg chg="delSp modSp mod">
        <pc:chgData name="Jack Pope" userId="8fcf3c8e781a232a" providerId="LiveId" clId="{A889338D-4056-4923-BAE4-2FE89B6F777F}" dt="2026-09-21T20:33:56.322" v="2308" actId="20577"/>
        <pc:sldMkLst>
          <pc:docMk/>
          <pc:sldMk cId="391246093" sldId="361"/>
        </pc:sldMkLst>
        <pc:spChg chg="mod">
          <ac:chgData name="Jack Pope" userId="8fcf3c8e781a232a" providerId="LiveId" clId="{A889338D-4056-4923-BAE4-2FE89B6F777F}" dt="2026-09-21T20:33:56.322" v="2308" actId="20577"/>
          <ac:spMkLst>
            <pc:docMk/>
            <pc:sldMk cId="391246093" sldId="361"/>
            <ac:spMk id="4" creationId="{A17F80A9-6337-524E-AC61-32C5AFEE8E6D}"/>
          </ac:spMkLst>
        </pc:spChg>
        <pc:spChg chg="del">
          <ac:chgData name="Jack Pope" userId="8fcf3c8e781a232a" providerId="LiveId" clId="{A889338D-4056-4923-BAE4-2FE89B6F777F}" dt="2026-09-21T18:27:38.712" v="1952" actId="21"/>
          <ac:spMkLst>
            <pc:docMk/>
            <pc:sldMk cId="391246093" sldId="361"/>
            <ac:spMk id="5" creationId="{2E803E71-3088-0347-9BCC-16ADB551CCC8}"/>
          </ac:spMkLst>
        </pc:spChg>
        <pc:spChg chg="del">
          <ac:chgData name="Jack Pope" userId="8fcf3c8e781a232a" providerId="LiveId" clId="{A889338D-4056-4923-BAE4-2FE89B6F777F}" dt="2026-09-21T18:27:31.924" v="1951" actId="21"/>
          <ac:spMkLst>
            <pc:docMk/>
            <pc:sldMk cId="391246093" sldId="361"/>
            <ac:spMk id="6" creationId="{66F3960A-D260-8445-A153-0B674474CEBD}"/>
          </ac:spMkLst>
        </pc:spChg>
        <pc:picChg chg="del">
          <ac:chgData name="Jack Pope" userId="8fcf3c8e781a232a" providerId="LiveId" clId="{A889338D-4056-4923-BAE4-2FE89B6F777F}" dt="2026-09-21T16:40:29.841" v="945" actId="21"/>
          <ac:picMkLst>
            <pc:docMk/>
            <pc:sldMk cId="391246093" sldId="361"/>
            <ac:picMk id="11" creationId="{4A7F2659-01B3-D459-9E3D-60F3D02A22E4}"/>
          </ac:picMkLst>
        </pc:picChg>
      </pc:sldChg>
      <pc:sldChg chg="del">
        <pc:chgData name="Jack Pope" userId="8fcf3c8e781a232a" providerId="LiveId" clId="{A889338D-4056-4923-BAE4-2FE89B6F777F}" dt="2026-09-21T12:02:39.853" v="450" actId="47"/>
        <pc:sldMkLst>
          <pc:docMk/>
          <pc:sldMk cId="767675903" sldId="362"/>
        </pc:sldMkLst>
      </pc:sldChg>
      <pc:sldChg chg="del">
        <pc:chgData name="Jack Pope" userId="8fcf3c8e781a232a" providerId="LiveId" clId="{A889338D-4056-4923-BAE4-2FE89B6F777F}" dt="2026-09-21T12:02:40.623" v="451" actId="47"/>
        <pc:sldMkLst>
          <pc:docMk/>
          <pc:sldMk cId="495483412" sldId="363"/>
        </pc:sldMkLst>
      </pc:sldChg>
      <pc:sldChg chg="delSp modSp mod">
        <pc:chgData name="Jack Pope" userId="8fcf3c8e781a232a" providerId="LiveId" clId="{A889338D-4056-4923-BAE4-2FE89B6F777F}" dt="2026-09-21T20:33:17.043" v="2302" actId="20577"/>
        <pc:sldMkLst>
          <pc:docMk/>
          <pc:sldMk cId="1522722803" sldId="365"/>
        </pc:sldMkLst>
        <pc:spChg chg="del">
          <ac:chgData name="Jack Pope" userId="8fcf3c8e781a232a" providerId="LiveId" clId="{A889338D-4056-4923-BAE4-2FE89B6F777F}" dt="2026-09-21T18:49:00.581" v="2035" actId="478"/>
          <ac:spMkLst>
            <pc:docMk/>
            <pc:sldMk cId="1522722803" sldId="365"/>
            <ac:spMk id="13" creationId="{7F955EEE-6FB0-312D-907B-94086128E895}"/>
          </ac:spMkLst>
        </pc:spChg>
        <pc:spChg chg="del">
          <ac:chgData name="Jack Pope" userId="8fcf3c8e781a232a" providerId="LiveId" clId="{A889338D-4056-4923-BAE4-2FE89B6F777F}" dt="2026-09-21T18:49:00.581" v="2035" actId="478"/>
          <ac:spMkLst>
            <pc:docMk/>
            <pc:sldMk cId="1522722803" sldId="365"/>
            <ac:spMk id="14" creationId="{7D624F68-D0E9-6BC1-6188-1E805F0C0045}"/>
          </ac:spMkLst>
        </pc:spChg>
        <pc:spChg chg="mod">
          <ac:chgData name="Jack Pope" userId="8fcf3c8e781a232a" providerId="LiveId" clId="{A889338D-4056-4923-BAE4-2FE89B6F777F}" dt="2026-09-21T20:33:17.043" v="2302" actId="20577"/>
          <ac:spMkLst>
            <pc:docMk/>
            <pc:sldMk cId="1522722803" sldId="365"/>
            <ac:spMk id="26" creationId="{796DE831-9F69-536D-594F-46D57F1FF501}"/>
          </ac:spMkLst>
        </pc:spChg>
      </pc:sldChg>
      <pc:sldChg chg="addSp delSp modSp mod">
        <pc:chgData name="Jack Pope" userId="8fcf3c8e781a232a" providerId="LiveId" clId="{A889338D-4056-4923-BAE4-2FE89B6F777F}" dt="2026-09-21T20:32:32.932" v="2296" actId="20577"/>
        <pc:sldMkLst>
          <pc:docMk/>
          <pc:sldMk cId="442445428" sldId="366"/>
        </pc:sldMkLst>
        <pc:spChg chg="add mod">
          <ac:chgData name="Jack Pope" userId="8fcf3c8e781a232a" providerId="LiveId" clId="{A889338D-4056-4923-BAE4-2FE89B6F777F}" dt="2026-09-21T20:15:25.587" v="2197" actId="767"/>
          <ac:spMkLst>
            <pc:docMk/>
            <pc:sldMk cId="442445428" sldId="366"/>
            <ac:spMk id="2" creationId="{E880ACDF-9BEC-FDB6-E9CF-2318854884C0}"/>
          </ac:spMkLst>
        </pc:spChg>
        <pc:spChg chg="add mod">
          <ac:chgData name="Jack Pope" userId="8fcf3c8e781a232a" providerId="LiveId" clId="{A889338D-4056-4923-BAE4-2FE89B6F777F}" dt="2026-09-21T20:15:58.871" v="2234" actId="20577"/>
          <ac:spMkLst>
            <pc:docMk/>
            <pc:sldMk cId="442445428" sldId="366"/>
            <ac:spMk id="3" creationId="{295A5FED-5AD7-5811-42CA-30E77CF1FBA8}"/>
          </ac:spMkLst>
        </pc:spChg>
        <pc:spChg chg="del">
          <ac:chgData name="Jack Pope" userId="8fcf3c8e781a232a" providerId="LiveId" clId="{A889338D-4056-4923-BAE4-2FE89B6F777F}" dt="2026-09-21T18:48:55.834" v="2034" actId="478"/>
          <ac:spMkLst>
            <pc:docMk/>
            <pc:sldMk cId="442445428" sldId="366"/>
            <ac:spMk id="7" creationId="{C7DC5571-2C5C-F4F7-405B-285843D73159}"/>
          </ac:spMkLst>
        </pc:spChg>
        <pc:spChg chg="del">
          <ac:chgData name="Jack Pope" userId="8fcf3c8e781a232a" providerId="LiveId" clId="{A889338D-4056-4923-BAE4-2FE89B6F777F}" dt="2026-09-21T18:48:55.834" v="2034" actId="478"/>
          <ac:spMkLst>
            <pc:docMk/>
            <pc:sldMk cId="442445428" sldId="366"/>
            <ac:spMk id="8" creationId="{EECA5023-E9C1-AB85-7054-4BF9855710DD}"/>
          </ac:spMkLst>
        </pc:spChg>
        <pc:spChg chg="mod">
          <ac:chgData name="Jack Pope" userId="8fcf3c8e781a232a" providerId="LiveId" clId="{A889338D-4056-4923-BAE4-2FE89B6F777F}" dt="2026-09-21T20:15:12.807" v="2196" actId="20577"/>
          <ac:spMkLst>
            <pc:docMk/>
            <pc:sldMk cId="442445428" sldId="366"/>
            <ac:spMk id="11" creationId="{77F245CA-5508-52D9-73C8-C9D9790D3D57}"/>
          </ac:spMkLst>
        </pc:spChg>
        <pc:spChg chg="mod">
          <ac:chgData name="Jack Pope" userId="8fcf3c8e781a232a" providerId="LiveId" clId="{A889338D-4056-4923-BAE4-2FE89B6F777F}" dt="2026-09-21T18:57:53.953" v="2092" actId="20577"/>
          <ac:spMkLst>
            <pc:docMk/>
            <pc:sldMk cId="442445428" sldId="366"/>
            <ac:spMk id="14" creationId="{CA4C370E-6E49-EF8A-1843-0F27D014D20B}"/>
          </ac:spMkLst>
        </pc:spChg>
        <pc:spChg chg="mod">
          <ac:chgData name="Jack Pope" userId="8fcf3c8e781a232a" providerId="LiveId" clId="{A889338D-4056-4923-BAE4-2FE89B6F777F}" dt="2026-09-21T20:32:32.932" v="2296" actId="20577"/>
          <ac:spMkLst>
            <pc:docMk/>
            <pc:sldMk cId="442445428" sldId="366"/>
            <ac:spMk id="16" creationId="{1FE502D4-293F-4F80-AB7C-459D9165DBEC}"/>
          </ac:spMkLst>
        </pc:spChg>
        <pc:spChg chg="mod">
          <ac:chgData name="Jack Pope" userId="8fcf3c8e781a232a" providerId="LiveId" clId="{A889338D-4056-4923-BAE4-2FE89B6F777F}" dt="2026-09-21T20:14:53.601" v="2190" actId="1076"/>
          <ac:spMkLst>
            <pc:docMk/>
            <pc:sldMk cId="442445428" sldId="366"/>
            <ac:spMk id="18" creationId="{F04FD44C-F637-AC3F-A80D-8E86E65090E9}"/>
          </ac:spMkLst>
        </pc:spChg>
        <pc:spChg chg="mod">
          <ac:chgData name="Jack Pope" userId="8fcf3c8e781a232a" providerId="LiveId" clId="{A889338D-4056-4923-BAE4-2FE89B6F777F}" dt="2026-09-21T20:15:01.517" v="2191" actId="1076"/>
          <ac:spMkLst>
            <pc:docMk/>
            <pc:sldMk cId="442445428" sldId="366"/>
            <ac:spMk id="22" creationId="{02836ED6-927D-822E-9A26-75E02DF1886F}"/>
          </ac:spMkLst>
        </pc:spChg>
        <pc:spChg chg="mod">
          <ac:chgData name="Jack Pope" userId="8fcf3c8e781a232a" providerId="LiveId" clId="{A889338D-4056-4923-BAE4-2FE89B6F777F}" dt="2026-09-21T17:45:18.247" v="1008" actId="20577"/>
          <ac:spMkLst>
            <pc:docMk/>
            <pc:sldMk cId="442445428" sldId="366"/>
            <ac:spMk id="28" creationId="{87A158E1-814B-28C1-6A2A-4CD5CA65CA9C}"/>
          </ac:spMkLst>
        </pc:spChg>
        <pc:spChg chg="mod">
          <ac:chgData name="Jack Pope" userId="8fcf3c8e781a232a" providerId="LiveId" clId="{A889338D-4056-4923-BAE4-2FE89B6F777F}" dt="2026-09-21T17:45:22.580" v="1012" actId="20577"/>
          <ac:spMkLst>
            <pc:docMk/>
            <pc:sldMk cId="442445428" sldId="366"/>
            <ac:spMk id="30" creationId="{5D204C16-CD5D-8575-9D56-8F79321471CA}"/>
          </ac:spMkLst>
        </pc:spChg>
        <pc:spChg chg="del mod">
          <ac:chgData name="Jack Pope" userId="8fcf3c8e781a232a" providerId="LiveId" clId="{A889338D-4056-4923-BAE4-2FE89B6F777F}" dt="2026-09-21T20:16:23.070" v="2235" actId="478"/>
          <ac:spMkLst>
            <pc:docMk/>
            <pc:sldMk cId="442445428" sldId="366"/>
            <ac:spMk id="45" creationId="{DB457E60-769F-75F3-A655-57B2307C59C9}"/>
          </ac:spMkLst>
        </pc:spChg>
        <pc:cxnChg chg="del mod">
          <ac:chgData name="Jack Pope" userId="8fcf3c8e781a232a" providerId="LiveId" clId="{A889338D-4056-4923-BAE4-2FE89B6F777F}" dt="2026-09-21T20:16:27.068" v="2236" actId="478"/>
          <ac:cxnSpMkLst>
            <pc:docMk/>
            <pc:sldMk cId="442445428" sldId="366"/>
            <ac:cxnSpMk id="21" creationId="{D4305526-DAD1-1A49-200C-06C793F90E7F}"/>
          </ac:cxnSpMkLst>
        </pc:cxnChg>
        <pc:cxnChg chg="del mod">
          <ac:chgData name="Jack Pope" userId="8fcf3c8e781a232a" providerId="LiveId" clId="{A889338D-4056-4923-BAE4-2FE89B6F777F}" dt="2026-09-21T20:16:28.512" v="2237" actId="478"/>
          <ac:cxnSpMkLst>
            <pc:docMk/>
            <pc:sldMk cId="442445428" sldId="366"/>
            <ac:cxnSpMk id="27" creationId="{231652FE-5B43-C14C-4041-4BA51EB27A4A}"/>
          </ac:cxnSpMkLst>
        </pc:cxnChg>
        <pc:cxnChg chg="del mod">
          <ac:chgData name="Jack Pope" userId="8fcf3c8e781a232a" providerId="LiveId" clId="{A889338D-4056-4923-BAE4-2FE89B6F777F}" dt="2026-09-21T20:16:29.869" v="2238" actId="478"/>
          <ac:cxnSpMkLst>
            <pc:docMk/>
            <pc:sldMk cId="442445428" sldId="366"/>
            <ac:cxnSpMk id="29" creationId="{2B766890-24E1-AD7E-E436-02FEAD053924}"/>
          </ac:cxnSpMkLst>
        </pc:cxnChg>
      </pc:sldChg>
      <pc:sldChg chg="delSp modSp mod">
        <pc:chgData name="Jack Pope" userId="8fcf3c8e781a232a" providerId="LiveId" clId="{A889338D-4056-4923-BAE4-2FE89B6F777F}" dt="2026-09-21T20:32:47.373" v="2297" actId="478"/>
        <pc:sldMkLst>
          <pc:docMk/>
          <pc:sldMk cId="4100302284" sldId="367"/>
        </pc:sldMkLst>
        <pc:spChg chg="mod">
          <ac:chgData name="Jack Pope" userId="8fcf3c8e781a232a" providerId="LiveId" clId="{A889338D-4056-4923-BAE4-2FE89B6F777F}" dt="2026-09-21T20:18:41.490" v="2275" actId="20577"/>
          <ac:spMkLst>
            <pc:docMk/>
            <pc:sldMk cId="4100302284" sldId="367"/>
            <ac:spMk id="5" creationId="{2E54148A-BEFE-863C-F9DD-7B666CDF088E}"/>
          </ac:spMkLst>
        </pc:spChg>
        <pc:spChg chg="del">
          <ac:chgData name="Jack Pope" userId="8fcf3c8e781a232a" providerId="LiveId" clId="{A889338D-4056-4923-BAE4-2FE89B6F777F}" dt="2026-09-21T18:48:50.652" v="2033" actId="478"/>
          <ac:spMkLst>
            <pc:docMk/>
            <pc:sldMk cId="4100302284" sldId="367"/>
            <ac:spMk id="7" creationId="{E1D8BE6D-0C61-773A-9412-E0AABC390397}"/>
          </ac:spMkLst>
        </pc:spChg>
        <pc:spChg chg="del">
          <ac:chgData name="Jack Pope" userId="8fcf3c8e781a232a" providerId="LiveId" clId="{A889338D-4056-4923-BAE4-2FE89B6F777F}" dt="2026-09-21T18:48:50.652" v="2033" actId="478"/>
          <ac:spMkLst>
            <pc:docMk/>
            <pc:sldMk cId="4100302284" sldId="367"/>
            <ac:spMk id="8" creationId="{94259D23-5716-BC9B-1902-86CBAD7DA48E}"/>
          </ac:spMkLst>
        </pc:spChg>
        <pc:spChg chg="mod">
          <ac:chgData name="Jack Pope" userId="8fcf3c8e781a232a" providerId="LiveId" clId="{A889338D-4056-4923-BAE4-2FE89B6F777F}" dt="2026-09-21T18:57:58.470" v="2098" actId="20577"/>
          <ac:spMkLst>
            <pc:docMk/>
            <pc:sldMk cId="4100302284" sldId="367"/>
            <ac:spMk id="14" creationId="{C0C66FB4-ED54-B50A-9659-86B799BF1E97}"/>
          </ac:spMkLst>
        </pc:spChg>
        <pc:spChg chg="del">
          <ac:chgData name="Jack Pope" userId="8fcf3c8e781a232a" providerId="LiveId" clId="{A889338D-4056-4923-BAE4-2FE89B6F777F}" dt="2026-09-21T20:32:47.373" v="2297" actId="478"/>
          <ac:spMkLst>
            <pc:docMk/>
            <pc:sldMk cId="4100302284" sldId="367"/>
            <ac:spMk id="24" creationId="{5C3DA225-5B91-E797-B2B1-BB369E27298A}"/>
          </ac:spMkLst>
        </pc:spChg>
        <pc:spChg chg="del">
          <ac:chgData name="Jack Pope" userId="8fcf3c8e781a232a" providerId="LiveId" clId="{A889338D-4056-4923-BAE4-2FE89B6F777F}" dt="2026-09-21T20:32:47.373" v="2297" actId="478"/>
          <ac:spMkLst>
            <pc:docMk/>
            <pc:sldMk cId="4100302284" sldId="367"/>
            <ac:spMk id="26" creationId="{9D036F63-D789-937C-2566-3B920DBA9998}"/>
          </ac:spMkLst>
        </pc:spChg>
      </pc:sldChg>
      <pc:sldChg chg="addSp delSp modSp add del mod">
        <pc:chgData name="Jack Pope" userId="8fcf3c8e781a232a" providerId="LiveId" clId="{A889338D-4056-4923-BAE4-2FE89B6F777F}" dt="2026-09-21T20:37:13.684" v="2390" actId="20577"/>
        <pc:sldMkLst>
          <pc:docMk/>
          <pc:sldMk cId="3355288744" sldId="368"/>
        </pc:sldMkLst>
        <pc:spChg chg="del">
          <ac:chgData name="Jack Pope" userId="8fcf3c8e781a232a" providerId="LiveId" clId="{A889338D-4056-4923-BAE4-2FE89B6F777F}" dt="2026-09-21T11:50:11.604" v="443" actId="478"/>
          <ac:spMkLst>
            <pc:docMk/>
            <pc:sldMk cId="3355288744" sldId="368"/>
            <ac:spMk id="3" creationId="{2F51A88B-582F-349E-45B1-473F64F18E92}"/>
          </ac:spMkLst>
        </pc:spChg>
        <pc:spChg chg="add del mod">
          <ac:chgData name="Jack Pope" userId="8fcf3c8e781a232a" providerId="LiveId" clId="{A889338D-4056-4923-BAE4-2FE89B6F777F}" dt="2026-09-21T19:41:59.923" v="2163" actId="21"/>
          <ac:spMkLst>
            <pc:docMk/>
            <pc:sldMk cId="3355288744" sldId="368"/>
            <ac:spMk id="4" creationId="{E1CA2C2E-D53D-AC28-18F5-7BF5C385D3F4}"/>
          </ac:spMkLst>
        </pc:spChg>
        <pc:spChg chg="mod">
          <ac:chgData name="Jack Pope" userId="8fcf3c8e781a232a" providerId="LiveId" clId="{A889338D-4056-4923-BAE4-2FE89B6F777F}" dt="2026-09-21T20:37:13.684" v="2390" actId="20577"/>
          <ac:spMkLst>
            <pc:docMk/>
            <pc:sldMk cId="3355288744" sldId="368"/>
            <ac:spMk id="5" creationId="{26C58136-6C72-FF6A-6142-A9386712C1F1}"/>
          </ac:spMkLst>
        </pc:spChg>
        <pc:spChg chg="del">
          <ac:chgData name="Jack Pope" userId="8fcf3c8e781a232a" providerId="LiveId" clId="{A889338D-4056-4923-BAE4-2FE89B6F777F}" dt="2026-09-21T18:48:45.863" v="2032" actId="478"/>
          <ac:spMkLst>
            <pc:docMk/>
            <pc:sldMk cId="3355288744" sldId="368"/>
            <ac:spMk id="7" creationId="{225443D6-71ED-602B-287D-13CF6E1B2FE8}"/>
          </ac:spMkLst>
        </pc:spChg>
        <pc:spChg chg="del">
          <ac:chgData name="Jack Pope" userId="8fcf3c8e781a232a" providerId="LiveId" clId="{A889338D-4056-4923-BAE4-2FE89B6F777F}" dt="2026-09-21T18:48:45.863" v="2032" actId="478"/>
          <ac:spMkLst>
            <pc:docMk/>
            <pc:sldMk cId="3355288744" sldId="368"/>
            <ac:spMk id="8" creationId="{391B6F75-6884-0C7B-85CE-B9D1E9A530DC}"/>
          </ac:spMkLst>
        </pc:spChg>
        <pc:spChg chg="del">
          <ac:chgData name="Jack Pope" userId="8fcf3c8e781a232a" providerId="LiveId" clId="{A889338D-4056-4923-BAE4-2FE89B6F777F}" dt="2026-09-21T11:50:11.604" v="443" actId="478"/>
          <ac:spMkLst>
            <pc:docMk/>
            <pc:sldMk cId="3355288744" sldId="368"/>
            <ac:spMk id="10" creationId="{F73E42D3-81DB-AE12-6C2E-B1D94C025DCE}"/>
          </ac:spMkLst>
        </pc:spChg>
        <pc:spChg chg="mod">
          <ac:chgData name="Jack Pope" userId="8fcf3c8e781a232a" providerId="LiveId" clId="{A889338D-4056-4923-BAE4-2FE89B6F777F}" dt="2026-09-21T18:58:02.181" v="2104" actId="20577"/>
          <ac:spMkLst>
            <pc:docMk/>
            <pc:sldMk cId="3355288744" sldId="368"/>
            <ac:spMk id="14" creationId="{F1BEC6C0-EB1E-9D44-5688-1F53F4AA79D1}"/>
          </ac:spMkLst>
        </pc:spChg>
        <pc:picChg chg="add mod">
          <ac:chgData name="Jack Pope" userId="8fcf3c8e781a232a" providerId="LiveId" clId="{A889338D-4056-4923-BAE4-2FE89B6F777F}" dt="2026-09-21T20:36:47.202" v="2379" actId="1076"/>
          <ac:picMkLst>
            <pc:docMk/>
            <pc:sldMk cId="3355288744" sldId="368"/>
            <ac:picMk id="3" creationId="{73DE8232-7DBD-6F1E-53C3-6A4A960C0E24}"/>
          </ac:picMkLst>
        </pc:picChg>
        <pc:picChg chg="add mod">
          <ac:chgData name="Jack Pope" userId="8fcf3c8e781a232a" providerId="LiveId" clId="{A889338D-4056-4923-BAE4-2FE89B6F777F}" dt="2026-09-21T20:37:03.328" v="2382" actId="1076"/>
          <ac:picMkLst>
            <pc:docMk/>
            <pc:sldMk cId="3355288744" sldId="368"/>
            <ac:picMk id="10" creationId="{A124FD6B-906C-1131-BA54-5FDB146E2C95}"/>
          </ac:picMkLst>
        </pc:picChg>
      </pc:sldChg>
      <pc:sldChg chg="addSp delSp modSp mod ord">
        <pc:chgData name="Jack Pope" userId="8fcf3c8e781a232a" providerId="LiveId" clId="{A889338D-4056-4923-BAE4-2FE89B6F777F}" dt="2026-09-21T19:59:14.391" v="2179"/>
        <pc:sldMkLst>
          <pc:docMk/>
          <pc:sldMk cId="120888121" sldId="369"/>
        </pc:sldMkLst>
        <pc:spChg chg="mod">
          <ac:chgData name="Jack Pope" userId="8fcf3c8e781a232a" providerId="LiveId" clId="{A889338D-4056-4923-BAE4-2FE89B6F777F}" dt="2026-09-21T17:47:37.067" v="1095" actId="20577"/>
          <ac:spMkLst>
            <pc:docMk/>
            <pc:sldMk cId="120888121" sldId="369"/>
            <ac:spMk id="2" creationId="{571158B3-2ECF-DCB5-DC11-403B56145971}"/>
          </ac:spMkLst>
        </pc:spChg>
        <pc:spChg chg="mod">
          <ac:chgData name="Jack Pope" userId="8fcf3c8e781a232a" providerId="LiveId" clId="{A889338D-4056-4923-BAE4-2FE89B6F777F}" dt="2026-09-21T18:48:15.352" v="1983"/>
          <ac:spMkLst>
            <pc:docMk/>
            <pc:sldMk cId="120888121" sldId="369"/>
            <ac:spMk id="3" creationId="{B3B30560-5021-768F-BD7A-1979DA956B74}"/>
          </ac:spMkLst>
        </pc:spChg>
        <pc:spChg chg="mod">
          <ac:chgData name="Jack Pope" userId="8fcf3c8e781a232a" providerId="LiveId" clId="{A889338D-4056-4923-BAE4-2FE89B6F777F}" dt="2026-09-21T18:47:59.898" v="1961" actId="20577"/>
          <ac:spMkLst>
            <pc:docMk/>
            <pc:sldMk cId="120888121" sldId="369"/>
            <ac:spMk id="4" creationId="{9A2F1152-7CE0-E0D8-CE2A-7EA64B7C00A4}"/>
          </ac:spMkLst>
        </pc:spChg>
        <pc:spChg chg="mod">
          <ac:chgData name="Jack Pope" userId="8fcf3c8e781a232a" providerId="LiveId" clId="{A889338D-4056-4923-BAE4-2FE89B6F777F}" dt="2026-09-21T18:48:31.880" v="2028" actId="1076"/>
          <ac:spMkLst>
            <pc:docMk/>
            <pc:sldMk cId="120888121" sldId="369"/>
            <ac:spMk id="7" creationId="{2B813B00-DB42-C7C4-E251-C4214B2BD395}"/>
          </ac:spMkLst>
        </pc:spChg>
        <pc:spChg chg="mod">
          <ac:chgData name="Jack Pope" userId="8fcf3c8e781a232a" providerId="LiveId" clId="{A889338D-4056-4923-BAE4-2FE89B6F777F}" dt="2026-09-21T18:48:22.420" v="2024" actId="20577"/>
          <ac:spMkLst>
            <pc:docMk/>
            <pc:sldMk cId="120888121" sldId="369"/>
            <ac:spMk id="11" creationId="{0801BD0D-5300-D848-667A-94655D8E5CBA}"/>
          </ac:spMkLst>
        </pc:spChg>
        <pc:spChg chg="mod">
          <ac:chgData name="Jack Pope" userId="8fcf3c8e781a232a" providerId="LiveId" clId="{A889338D-4056-4923-BAE4-2FE89B6F777F}" dt="2026-09-21T18:48:05.993" v="1981" actId="20577"/>
          <ac:spMkLst>
            <pc:docMk/>
            <pc:sldMk cId="120888121" sldId="369"/>
            <ac:spMk id="12" creationId="{88E65DF7-2222-25FA-05E7-9582A7FA41D2}"/>
          </ac:spMkLst>
        </pc:spChg>
        <pc:spChg chg="del">
          <ac:chgData name="Jack Pope" userId="8fcf3c8e781a232a" providerId="LiveId" clId="{A889338D-4056-4923-BAE4-2FE89B6F777F}" dt="2026-09-21T18:48:34.903" v="2029" actId="21"/>
          <ac:spMkLst>
            <pc:docMk/>
            <pc:sldMk cId="120888121" sldId="369"/>
            <ac:spMk id="13" creationId="{850D0107-6820-8839-E660-7592D752B821}"/>
          </ac:spMkLst>
        </pc:spChg>
        <pc:spChg chg="del">
          <ac:chgData name="Jack Pope" userId="8fcf3c8e781a232a" providerId="LiveId" clId="{A889338D-4056-4923-BAE4-2FE89B6F777F}" dt="2026-09-21T18:48:29.570" v="2026" actId="21"/>
          <ac:spMkLst>
            <pc:docMk/>
            <pc:sldMk cId="120888121" sldId="369"/>
            <ac:spMk id="14" creationId="{6EB76229-00B7-834E-B15B-80E96B6D0368}"/>
          </ac:spMkLst>
        </pc:spChg>
        <pc:spChg chg="add del mod">
          <ac:chgData name="Jack Pope" userId="8fcf3c8e781a232a" providerId="LiveId" clId="{A889338D-4056-4923-BAE4-2FE89B6F777F}" dt="2026-09-21T19:59:14.391" v="2179"/>
          <ac:spMkLst>
            <pc:docMk/>
            <pc:sldMk cId="120888121" sldId="369"/>
            <ac:spMk id="16" creationId="{349F142E-2BF9-D629-6EBB-DA7312C47F80}"/>
          </ac:spMkLst>
        </pc:spChg>
      </pc:sldChg>
      <pc:sldChg chg="addSp delSp modSp new del mod ord">
        <pc:chgData name="Jack Pope" userId="8fcf3c8e781a232a" providerId="LiveId" clId="{A889338D-4056-4923-BAE4-2FE89B6F777F}" dt="2026-09-21T16:40:09.532" v="944" actId="47"/>
        <pc:sldMkLst>
          <pc:docMk/>
          <pc:sldMk cId="1126694036" sldId="370"/>
        </pc:sldMkLst>
        <pc:spChg chg="mod">
          <ac:chgData name="Jack Pope" userId="8fcf3c8e781a232a" providerId="LiveId" clId="{A889338D-4056-4923-BAE4-2FE89B6F777F}" dt="2026-09-21T09:34:59.514" v="58" actId="20577"/>
          <ac:spMkLst>
            <pc:docMk/>
            <pc:sldMk cId="1126694036" sldId="370"/>
            <ac:spMk id="2" creationId="{7A4AA4AF-A7A1-2912-BF67-37859967AB76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3" creationId="{DF4DE43A-044F-1D4B-447E-E72458A69398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4" creationId="{12E65E2F-4947-E142-AAF0-A13C48AB8976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5" creationId="{AD3FBAB6-33CD-E303-8651-3293025768FE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6" creationId="{2F25863E-BAAF-3A78-B3BB-75E3F4AB2616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7" creationId="{1A4F7A42-37F4-F4BE-943C-C9BA63628783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8" creationId="{0DD3D35F-E53D-33F3-1837-B52E091C5F8F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9" creationId="{C59FEEB6-48B4-DCB9-F2B4-7507BE11B8B6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10" creationId="{E51CE2EB-972B-1FFC-D1CB-0E3E2C437559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11" creationId="{1F3F72A7-EA1C-6492-6786-20762FB8B739}"/>
          </ac:spMkLst>
        </pc:spChg>
        <pc:spChg chg="del">
          <ac:chgData name="Jack Pope" userId="8fcf3c8e781a232a" providerId="LiveId" clId="{A889338D-4056-4923-BAE4-2FE89B6F777F}" dt="2026-09-21T09:28:07.204" v="20" actId="478"/>
          <ac:spMkLst>
            <pc:docMk/>
            <pc:sldMk cId="1126694036" sldId="370"/>
            <ac:spMk id="12" creationId="{B8A83982-7792-7956-50A4-950520FC9DDC}"/>
          </ac:spMkLst>
        </pc:spChg>
        <pc:picChg chg="add mod">
          <ac:chgData name="Jack Pope" userId="8fcf3c8e781a232a" providerId="LiveId" clId="{A889338D-4056-4923-BAE4-2FE89B6F777F}" dt="2026-09-21T09:32:53.835" v="44" actId="1076"/>
          <ac:picMkLst>
            <pc:docMk/>
            <pc:sldMk cId="1126694036" sldId="370"/>
            <ac:picMk id="17" creationId="{692F21F7-7336-8BD4-DF57-E860F9917002}"/>
          </ac:picMkLst>
        </pc:picChg>
        <pc:picChg chg="add del mod modCrop">
          <ac:chgData name="Jack Pope" userId="8fcf3c8e781a232a" providerId="LiveId" clId="{A889338D-4056-4923-BAE4-2FE89B6F777F}" dt="2026-09-21T09:31:24.450" v="29" actId="21"/>
          <ac:picMkLst>
            <pc:docMk/>
            <pc:sldMk cId="1126694036" sldId="370"/>
            <ac:picMk id="19" creationId="{48FA5D42-C55B-F0CF-12B0-FF3231E5972D}"/>
          </ac:picMkLst>
        </pc:picChg>
        <pc:picChg chg="add del mod">
          <ac:chgData name="Jack Pope" userId="8fcf3c8e781a232a" providerId="LiveId" clId="{A889338D-4056-4923-BAE4-2FE89B6F777F}" dt="2026-09-21T09:32:49.965" v="43" actId="21"/>
          <ac:picMkLst>
            <pc:docMk/>
            <pc:sldMk cId="1126694036" sldId="370"/>
            <ac:picMk id="21" creationId="{63F0CCBD-82D7-35F4-3CA6-32263A22EAD9}"/>
          </ac:picMkLst>
        </pc:picChg>
      </pc:sldChg>
      <pc:sldChg chg="delSp modSp add mod">
        <pc:chgData name="Jack Pope" userId="8fcf3c8e781a232a" providerId="LiveId" clId="{A889338D-4056-4923-BAE4-2FE89B6F777F}" dt="2026-09-21T19:59:28.826" v="2182" actId="14100"/>
        <pc:sldMkLst>
          <pc:docMk/>
          <pc:sldMk cId="1984823702" sldId="371"/>
        </pc:sldMkLst>
        <pc:spChg chg="mod">
          <ac:chgData name="Jack Pope" userId="8fcf3c8e781a232a" providerId="LiveId" clId="{A889338D-4056-4923-BAE4-2FE89B6F777F}" dt="2026-09-21T09:34:54.543" v="50" actId="20577"/>
          <ac:spMkLst>
            <pc:docMk/>
            <pc:sldMk cId="1984823702" sldId="371"/>
            <ac:spMk id="2" creationId="{E1F84B89-03C1-7AB6-C898-2358012ED71F}"/>
          </ac:spMkLst>
        </pc:spChg>
        <pc:spChg chg="del">
          <ac:chgData name="Jack Pope" userId="8fcf3c8e781a232a" providerId="LiveId" clId="{A889338D-4056-4923-BAE4-2FE89B6F777F}" dt="2026-09-21T18:48:38.486" v="2030" actId="478"/>
          <ac:spMkLst>
            <pc:docMk/>
            <pc:sldMk cId="1984823702" sldId="371"/>
            <ac:spMk id="13" creationId="{C392C6B8-E53C-E129-CC27-45753A8DB9F2}"/>
          </ac:spMkLst>
        </pc:spChg>
        <pc:spChg chg="del">
          <ac:chgData name="Jack Pope" userId="8fcf3c8e781a232a" providerId="LiveId" clId="{A889338D-4056-4923-BAE4-2FE89B6F777F}" dt="2026-09-21T18:48:38.486" v="2030" actId="478"/>
          <ac:spMkLst>
            <pc:docMk/>
            <pc:sldMk cId="1984823702" sldId="371"/>
            <ac:spMk id="14" creationId="{78D1FA95-858C-081B-1430-185D60BA55CE}"/>
          </ac:spMkLst>
        </pc:spChg>
        <pc:picChg chg="del">
          <ac:chgData name="Jack Pope" userId="8fcf3c8e781a232a" providerId="LiveId" clId="{A889338D-4056-4923-BAE4-2FE89B6F777F}" dt="2026-09-21T09:32:16.810" v="37" actId="21"/>
          <ac:picMkLst>
            <pc:docMk/>
            <pc:sldMk cId="1984823702" sldId="371"/>
            <ac:picMk id="17" creationId="{B4859B68-F0CA-92C9-3140-784CF8598F35}"/>
          </ac:picMkLst>
        </pc:picChg>
        <pc:picChg chg="mod">
          <ac:chgData name="Jack Pope" userId="8fcf3c8e781a232a" providerId="LiveId" clId="{A889338D-4056-4923-BAE4-2FE89B6F777F}" dt="2026-09-21T19:59:28.826" v="2182" actId="14100"/>
          <ac:picMkLst>
            <pc:docMk/>
            <pc:sldMk cId="1984823702" sldId="371"/>
            <ac:picMk id="21" creationId="{B3C3625C-C076-87B6-53A0-09493A7EE5DD}"/>
          </ac:picMkLst>
        </pc:picChg>
      </pc:sldChg>
      <pc:sldChg chg="addSp delSp modSp add mod ord">
        <pc:chgData name="Jack Pope" userId="8fcf3c8e781a232a" providerId="LiveId" clId="{A889338D-4056-4923-BAE4-2FE89B6F777F}" dt="2026-09-21T19:59:23.411" v="2181" actId="1076"/>
        <pc:sldMkLst>
          <pc:docMk/>
          <pc:sldMk cId="1982978008" sldId="372"/>
        </pc:sldMkLst>
        <pc:spChg chg="del">
          <ac:chgData name="Jack Pope" userId="8fcf3c8e781a232a" providerId="LiveId" clId="{A889338D-4056-4923-BAE4-2FE89B6F777F}" dt="2026-09-21T18:48:41.727" v="2031" actId="478"/>
          <ac:spMkLst>
            <pc:docMk/>
            <pc:sldMk cId="1982978008" sldId="372"/>
            <ac:spMk id="13" creationId="{A0A58B6E-C5CD-96A9-038C-E44B04EAAF51}"/>
          </ac:spMkLst>
        </pc:spChg>
        <pc:spChg chg="del">
          <ac:chgData name="Jack Pope" userId="8fcf3c8e781a232a" providerId="LiveId" clId="{A889338D-4056-4923-BAE4-2FE89B6F777F}" dt="2026-09-21T18:48:41.727" v="2031" actId="478"/>
          <ac:spMkLst>
            <pc:docMk/>
            <pc:sldMk cId="1982978008" sldId="372"/>
            <ac:spMk id="14" creationId="{CEBE6CE8-70EF-EE96-82EC-429F915DB0AA}"/>
          </ac:spMkLst>
        </pc:spChg>
        <pc:picChg chg="add del mod">
          <ac:chgData name="Jack Pope" userId="8fcf3c8e781a232a" providerId="LiveId" clId="{A889338D-4056-4923-BAE4-2FE89B6F777F}" dt="2026-09-21T17:45:55.507" v="1013" actId="21"/>
          <ac:picMkLst>
            <pc:docMk/>
            <pc:sldMk cId="1982978008" sldId="372"/>
            <ac:picMk id="4" creationId="{42E599F7-BD0B-F162-6659-35FDC8DDD0B8}"/>
          </ac:picMkLst>
        </pc:picChg>
        <pc:picChg chg="add mod">
          <ac:chgData name="Jack Pope" userId="8fcf3c8e781a232a" providerId="LiveId" clId="{A889338D-4056-4923-BAE4-2FE89B6F777F}" dt="2026-09-21T19:59:23.411" v="2181" actId="1076"/>
          <ac:picMkLst>
            <pc:docMk/>
            <pc:sldMk cId="1982978008" sldId="372"/>
            <ac:picMk id="6" creationId="{D88C92D3-E038-3C88-06B7-10B42EE63B71}"/>
          </ac:picMkLst>
        </pc:picChg>
        <pc:picChg chg="del">
          <ac:chgData name="Jack Pope" userId="8fcf3c8e781a232a" providerId="LiveId" clId="{A889338D-4056-4923-BAE4-2FE89B6F777F}" dt="2026-09-21T16:38:55.272" v="941" actId="21"/>
          <ac:picMkLst>
            <pc:docMk/>
            <pc:sldMk cId="1982978008" sldId="372"/>
            <ac:picMk id="21" creationId="{31C692A9-E86F-BE30-C028-A20DF75DCB83}"/>
          </ac:picMkLst>
        </pc:picChg>
      </pc:sldChg>
      <pc:sldChg chg="new del">
        <pc:chgData name="Jack Pope" userId="8fcf3c8e781a232a" providerId="LiveId" clId="{A889338D-4056-4923-BAE4-2FE89B6F777F}" dt="2026-09-21T18:48:26.021" v="2025" actId="47"/>
        <pc:sldMkLst>
          <pc:docMk/>
          <pc:sldMk cId="1003548246" sldId="373"/>
        </pc:sldMkLst>
      </pc:sldChg>
      <pc:sldChg chg="addSp delSp modSp new mod modClrScheme chgLayout">
        <pc:chgData name="Jack Pope" userId="8fcf3c8e781a232a" providerId="LiveId" clId="{A889338D-4056-4923-BAE4-2FE89B6F777F}" dt="2026-09-21T20:37:39.861" v="2391" actId="478"/>
        <pc:sldMkLst>
          <pc:docMk/>
          <pc:sldMk cId="1964915939" sldId="373"/>
        </pc:sldMkLst>
        <pc:spChg chg="mod">
          <ac:chgData name="Jack Pope" userId="8fcf3c8e781a232a" providerId="LiveId" clId="{A889338D-4056-4923-BAE4-2FE89B6F777F}" dt="2026-09-21T20:21:02.712" v="2288" actId="26606"/>
          <ac:spMkLst>
            <pc:docMk/>
            <pc:sldMk cId="1964915939" sldId="373"/>
            <ac:spMk id="2" creationId="{7F9C9B87-6983-A5C2-6030-E179550F8C81}"/>
          </ac:spMkLst>
        </pc:spChg>
        <pc:spChg chg="del">
          <ac:chgData name="Jack Pope" userId="8fcf3c8e781a232a" providerId="LiveId" clId="{A889338D-4056-4923-BAE4-2FE89B6F777F}" dt="2026-09-21T20:21:02.712" v="2288" actId="26606"/>
          <ac:spMkLst>
            <pc:docMk/>
            <pc:sldMk cId="1964915939" sldId="373"/>
            <ac:spMk id="4" creationId="{7BC05F2F-F284-4BA1-B3D6-ADA61BD31C68}"/>
          </ac:spMkLst>
        </pc:spChg>
        <pc:spChg chg="del">
          <ac:chgData name="Jack Pope" userId="8fcf3c8e781a232a" providerId="LiveId" clId="{A889338D-4056-4923-BAE4-2FE89B6F777F}" dt="2026-09-21T20:21:02.712" v="2288" actId="26606"/>
          <ac:spMkLst>
            <pc:docMk/>
            <pc:sldMk cId="1964915939" sldId="373"/>
            <ac:spMk id="5" creationId="{A9079546-38FD-8333-4BC7-DE7CED6FA5F8}"/>
          </ac:spMkLst>
        </pc:spChg>
        <pc:spChg chg="del">
          <ac:chgData name="Jack Pope" userId="8fcf3c8e781a232a" providerId="LiveId" clId="{A889338D-4056-4923-BAE4-2FE89B6F777F}" dt="2026-09-21T20:21:02.712" v="2288" actId="26606"/>
          <ac:spMkLst>
            <pc:docMk/>
            <pc:sldMk cId="1964915939" sldId="373"/>
            <ac:spMk id="6" creationId="{1FC0A186-F5D3-C9CA-2B6D-1FA7AEE93853}"/>
          </ac:spMkLst>
        </pc:spChg>
        <pc:spChg chg="del">
          <ac:chgData name="Jack Pope" userId="8fcf3c8e781a232a" providerId="LiveId" clId="{A889338D-4056-4923-BAE4-2FE89B6F777F}" dt="2026-09-21T20:21:02.712" v="2288" actId="26606"/>
          <ac:spMkLst>
            <pc:docMk/>
            <pc:sldMk cId="1964915939" sldId="373"/>
            <ac:spMk id="7" creationId="{ED081D84-699E-12FC-30F1-D7FAB161BA2F}"/>
          </ac:spMkLst>
        </pc:spChg>
        <pc:spChg chg="del">
          <ac:chgData name="Jack Pope" userId="8fcf3c8e781a232a" providerId="LiveId" clId="{A889338D-4056-4923-BAE4-2FE89B6F777F}" dt="2026-09-21T20:21:02.712" v="2288" actId="26606"/>
          <ac:spMkLst>
            <pc:docMk/>
            <pc:sldMk cId="1964915939" sldId="373"/>
            <ac:spMk id="9" creationId="{C8D33577-7EE7-3CAB-401C-DFC4213B141E}"/>
          </ac:spMkLst>
        </pc:spChg>
        <pc:spChg chg="del">
          <ac:chgData name="Jack Pope" userId="8fcf3c8e781a232a" providerId="LiveId" clId="{A889338D-4056-4923-BAE4-2FE89B6F777F}" dt="2026-09-21T20:21:02.712" v="2288" actId="26606"/>
          <ac:spMkLst>
            <pc:docMk/>
            <pc:sldMk cId="1964915939" sldId="373"/>
            <ac:spMk id="10" creationId="{CFC80361-C9AF-F518-7652-943B340E2AE6}"/>
          </ac:spMkLst>
        </pc:spChg>
        <pc:spChg chg="del">
          <ac:chgData name="Jack Pope" userId="8fcf3c8e781a232a" providerId="LiveId" clId="{A889338D-4056-4923-BAE4-2FE89B6F777F}" dt="2026-09-21T20:21:02.712" v="2288" actId="26606"/>
          <ac:spMkLst>
            <pc:docMk/>
            <pc:sldMk cId="1964915939" sldId="373"/>
            <ac:spMk id="11" creationId="{96532843-4205-8AA6-3FB2-9BB64036527E}"/>
          </ac:spMkLst>
        </pc:spChg>
        <pc:spChg chg="del">
          <ac:chgData name="Jack Pope" userId="8fcf3c8e781a232a" providerId="LiveId" clId="{A889338D-4056-4923-BAE4-2FE89B6F777F}" dt="2026-09-21T20:20:50.187" v="2277" actId="478"/>
          <ac:spMkLst>
            <pc:docMk/>
            <pc:sldMk cId="1964915939" sldId="373"/>
            <ac:spMk id="13" creationId="{5221458C-718E-AEBE-C575-DE968F836072}"/>
          </ac:spMkLst>
        </pc:spChg>
        <pc:spChg chg="del">
          <ac:chgData name="Jack Pope" userId="8fcf3c8e781a232a" providerId="LiveId" clId="{A889338D-4056-4923-BAE4-2FE89B6F777F}" dt="2026-09-21T20:20:50.187" v="2277" actId="478"/>
          <ac:spMkLst>
            <pc:docMk/>
            <pc:sldMk cId="1964915939" sldId="373"/>
            <ac:spMk id="14" creationId="{5534C504-90A9-B549-D57B-A34B9C3EF757}"/>
          </ac:spMkLst>
        </pc:spChg>
        <pc:spChg chg="mod modVis">
          <ac:chgData name="Jack Pope" userId="8fcf3c8e781a232a" providerId="LiveId" clId="{A889338D-4056-4923-BAE4-2FE89B6F777F}" dt="2026-09-21T20:21:02.712" v="2288" actId="26606"/>
          <ac:spMkLst>
            <pc:docMk/>
            <pc:sldMk cId="1964915939" sldId="373"/>
            <ac:spMk id="15" creationId="{E31A0362-A3BF-7B8B-D9CA-AFCCA290E3DB}"/>
          </ac:spMkLst>
        </pc:spChg>
        <pc:spChg chg="add del mod">
          <ac:chgData name="Jack Pope" userId="8fcf3c8e781a232a" providerId="LiveId" clId="{A889338D-4056-4923-BAE4-2FE89B6F777F}" dt="2026-09-21T20:37:39.861" v="2391" actId="478"/>
          <ac:spMkLst>
            <pc:docMk/>
            <pc:sldMk cId="1964915939" sldId="373"/>
            <ac:spMk id="20" creationId="{2C826712-A408-ADA1-C750-2DA9BB2C92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A15AE-E040-4F31-96C6-FD066D034FFB}" type="datetime1">
              <a:rPr lang="en-GB" smtClean="0"/>
              <a:pPr/>
              <a:t>21/09/2026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58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152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790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66B0-1E7D-E4A6-096A-AAD756C81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35B25-9DD4-E7F1-6C54-7DEEAEB23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67C3E-69F4-45A3-BB97-ACFABBA6C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315EF-0688-A778-1EDD-99EEB8BCB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68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rtl="0"/>
            <a:fld id="{C02CDA83-4160-4EEB-AD7D-1C57C21837F3}" type="datetime3">
              <a:rPr lang="en-GB" noProof="0" smtClean="0">
                <a:latin typeface="+mn-lt"/>
              </a:rPr>
              <a:t>21 September,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94200668-9301-4F8B-89F3-A4E2AEA80049}" type="datetime3">
              <a:rPr lang="en-GB" noProof="0" smtClean="0">
                <a:latin typeface="+mn-lt"/>
              </a:rPr>
              <a:t>21 September,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>
          <p15:clr>
            <a:srgbClr val="FBAE40"/>
          </p15:clr>
        </p15:guide>
        <p15:guide id="7" orient="horz" pos="1440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029ECAD1-3047-43DC-81B7-231597E81F19}" type="datetime3">
              <a:rPr lang="en-GB" noProof="0" smtClean="0">
                <a:latin typeface="+mn-lt"/>
              </a:rPr>
              <a:t>21 September, 2026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1E6A16EE-7FBD-4E62-A186-69A1E1C8758D}" type="datetime3">
              <a:rPr lang="en-GB" noProof="0" smtClean="0">
                <a:latin typeface="+mn-lt"/>
              </a:rPr>
              <a:t>21 September, 2026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GB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Shape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Shape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rtl="0"/>
            <a:fld id="{D21FA074-9295-430E-9633-F682F8C96958}" type="datetime3">
              <a:rPr lang="en-GB" noProof="0" smtClean="0">
                <a:latin typeface="+mn-lt"/>
              </a:rPr>
              <a:t>21 September,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96" name="Text Placeholder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106" name="Text Placeholder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7" name="Text Placeholder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rtl="0"/>
            <a:fld id="{D33AD83D-9671-4762-AF03-9C719A9CD695}" type="datetime3">
              <a:rPr lang="en-GB" noProof="0" smtClean="0">
                <a:latin typeface="+mn-lt"/>
              </a:rPr>
              <a:t>21 September, 2026</a:t>
            </a:fld>
            <a:endParaRPr lang="en-GB" noProof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F88F5F63-8808-4375-85CE-D0FAFA3BBE65}" type="datetime3">
              <a:rPr lang="en-GB" noProof="0" smtClean="0">
                <a:latin typeface="+mn-lt"/>
              </a:rPr>
              <a:t>21 September,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6D17C7AE-DC41-4D6E-8CE7-A0296D62536F}" type="datetime3">
              <a:rPr lang="en-GB" noProof="0" smtClean="0">
                <a:latin typeface="+mn-lt"/>
              </a:rPr>
              <a:t>21 September, 2026</a:t>
            </a:fld>
            <a:endParaRPr lang="en-GB" noProof="0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>
          <p15:clr>
            <a:srgbClr val="FBAE40"/>
          </p15:clr>
        </p15:guide>
        <p15:guide id="11" pos="2880">
          <p15:clr>
            <a:srgbClr val="FBAE40"/>
          </p15:clr>
        </p15:guide>
        <p15:guide id="12" orient="horz" pos="17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rtl="0"/>
            <a:fld id="{0971D3F5-C297-4F98-9679-48877DEF0EC7}" type="datetime3">
              <a:rPr lang="en-GB" noProof="0" smtClean="0">
                <a:latin typeface="+mn-lt"/>
              </a:rPr>
              <a:t>21 September, 2026</a:t>
            </a:fld>
            <a:endParaRPr lang="en-GB" noProof="0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en-GB" noProof="0" dirty="0"/>
              <a:t>Annual Review</a:t>
            </a:r>
            <a:endParaRPr lang="en-GB" b="0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n-GB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Quarter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8AC5E797-DDC7-4716-ABC9-2C172A510C23}" type="datetime3">
              <a:rPr lang="en-GB" noProof="0" smtClean="0">
                <a:latin typeface="+mn-lt"/>
              </a:rPr>
              <a:t>21 September, 2026</a:t>
            </a:fld>
            <a:endParaRPr lang="en-GB" noProof="0">
              <a:latin typeface="+mn-lt"/>
            </a:endParaRP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Annual Review</a:t>
            </a:r>
            <a:endParaRPr lang="en-GB" b="0" noProof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/>
              <a:t>‹#›</a:t>
            </a:fld>
            <a:endParaRPr lang="en-GB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rtlCol="0"/>
          <a:lstStyle/>
          <a:p>
            <a:pPr rtl="0"/>
            <a:r>
              <a:rPr lang="en-GB" noProof="0" dirty="0"/>
              <a:t>Best Premier League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n-GB" noProof="0" dirty="0">
                <a:latin typeface="+mj-lt"/>
              </a:rPr>
              <a:t>Jack Pope</a:t>
            </a:r>
            <a:endParaRPr lang="en-GB" noProof="0" dirty="0"/>
          </a:p>
          <a:p>
            <a:pPr rt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</p:spPr>
        <p:txBody>
          <a:bodyPr rtlCol="0" anchor="b">
            <a:normAutofit/>
          </a:bodyPr>
          <a:lstStyle/>
          <a:p>
            <a:pPr rtl="0"/>
            <a:r>
              <a:rPr lang="en-GB" noProof="0" dirty="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F80A9-6337-524E-AC61-32C5AFEE8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9440198" cy="3689574"/>
          </a:xfrm>
        </p:spPr>
        <p:txBody>
          <a:bodyPr rtlCol="0">
            <a:normAutofit/>
          </a:bodyPr>
          <a:lstStyle/>
          <a:p>
            <a:r>
              <a:rPr lang="en-GB" dirty="0"/>
              <a:t>The Premier League is the top tier of English football. It has been around since 1992, when it had 22 teams.</a:t>
            </a:r>
            <a:br>
              <a:rPr lang="en-GB" dirty="0"/>
            </a:br>
            <a:r>
              <a:rPr lang="en-GB" dirty="0"/>
              <a:t>It now has 20 teams, with the three lowest placed teams relegated at the end of the season, and three new teams replacing them.</a:t>
            </a:r>
          </a:p>
          <a:p>
            <a:r>
              <a:rPr lang="en-GB" dirty="0"/>
              <a:t>There is lots of discussion about the best team in England throughout history. Some uses for knowing this could include: </a:t>
            </a:r>
          </a:p>
          <a:p>
            <a:pPr marL="971550" lvl="1" indent="-285750"/>
            <a:r>
              <a:rPr lang="en-GB" sz="1600" dirty="0"/>
              <a:t>Sports journalism and trivia</a:t>
            </a:r>
          </a:p>
          <a:p>
            <a:pPr marL="971550" lvl="1" indent="-285750"/>
            <a:r>
              <a:rPr lang="en-GB" sz="1600" dirty="0"/>
              <a:t>Measuring team dominance</a:t>
            </a:r>
          </a:p>
          <a:p>
            <a:pPr marL="971550" lvl="1" indent="-285750"/>
            <a:r>
              <a:rPr lang="en-GB" sz="1600" dirty="0"/>
              <a:t>Which team a player should join</a:t>
            </a:r>
          </a:p>
          <a:p>
            <a:pPr lvl="1" indent="0">
              <a:buNone/>
            </a:pPr>
            <a:endParaRPr lang="en-GB" sz="1600" dirty="0"/>
          </a:p>
          <a:p>
            <a:r>
              <a:rPr lang="en-GB" dirty="0"/>
              <a:t>I am going to provide an answer to the question of: </a:t>
            </a:r>
          </a:p>
          <a:p>
            <a:r>
              <a:rPr lang="en-GB" b="1" dirty="0"/>
              <a:t>Which Premier League team has spent the most time as the best team in the league?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669F0-EA6D-6B46-AF0E-A9C2D1F223D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71550" y="6332220"/>
            <a:ext cx="523240" cy="247651"/>
          </a:xfrm>
        </p:spPr>
        <p:txBody>
          <a:bodyPr rtlCol="0" anchor="t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124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4756-A790-C845-A85F-35391529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</p:spPr>
        <p:txBody>
          <a:bodyPr rtlCol="0"/>
          <a:lstStyle/>
          <a:p>
            <a:pPr rtl="0"/>
            <a:r>
              <a:rPr lang="en-GB" noProof="0" dirty="0"/>
              <a:t>Contents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C6698-132B-1143-A2A9-00A97D9572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rtlCol="0"/>
          <a:lstStyle/>
          <a:p>
            <a:pPr rtl="0"/>
            <a:r>
              <a:rPr lang="en-GB" noProof="0" dirty="0"/>
              <a:t>01.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A5D8C-0134-F046-A548-3465F8177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rtlCol="0"/>
          <a:lstStyle/>
          <a:p>
            <a:pPr rtl="0"/>
            <a:r>
              <a:rPr lang="en-GB" noProof="0" dirty="0"/>
              <a:t>Overview of the data and how I dealt with it.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015C52-08ED-464E-B7E8-24892D9C13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rtlCol="0"/>
          <a:lstStyle/>
          <a:p>
            <a:pPr rtl="0"/>
            <a:r>
              <a:rPr lang="en-GB" noProof="0" dirty="0"/>
              <a:t>02. The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9C7D4-91CF-6443-91D5-65DC860B40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rtlCol="0"/>
          <a:lstStyle/>
          <a:p>
            <a:pPr rtl="0"/>
            <a:r>
              <a:rPr lang="en-GB" noProof="0" dirty="0"/>
              <a:t>How the model is designed, tuned and validated.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32B0C1D-C221-7C47-B7D6-77E7BDB417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rtlCol="0"/>
          <a:lstStyle/>
          <a:p>
            <a:pPr rtl="0"/>
            <a:r>
              <a:rPr lang="en-GB" noProof="0" dirty="0"/>
              <a:t>03. Results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1C152D-1AA6-9242-B5C9-B06EEE4F96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rtlCol="0"/>
          <a:lstStyle/>
          <a:p>
            <a:pPr rtl="0"/>
            <a:r>
              <a:rPr lang="en-GB" noProof="0" dirty="0"/>
              <a:t>Summary and all-time values.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BD3932-D1D0-1045-BD96-8B26F11B851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rtlCol="0"/>
          <a:lstStyle/>
          <a:p>
            <a:pPr rtl="0"/>
            <a:r>
              <a:rPr lang="en-GB" noProof="0" dirty="0"/>
              <a:t>04. </a:t>
            </a:r>
            <a:r>
              <a:rPr lang="en-GB" dirty="0"/>
              <a:t>Limitations</a:t>
            </a:r>
            <a:endParaRPr lang="en-GB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FB4732-AB07-C54D-AF44-F8ADB6D2B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rtlCol="0"/>
          <a:lstStyle/>
          <a:p>
            <a:pPr rtl="0"/>
            <a:r>
              <a:rPr lang="en-GB" dirty="0"/>
              <a:t>Where the model is lacking.</a:t>
            </a:r>
            <a:endParaRPr lang="en-GB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115086E-2AC3-4F4D-8F85-104CFA64FEC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rtlCol="0"/>
          <a:lstStyle/>
          <a:p>
            <a:pPr rtl="0"/>
            <a:r>
              <a:rPr lang="en-GB" noProof="0" dirty="0"/>
              <a:t>05. Next steps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F247A08-A350-EF44-9F10-FC72B54666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rtlCol="0"/>
          <a:lstStyle/>
          <a:p>
            <a:pPr rtl="0"/>
            <a:r>
              <a:rPr lang="en-GB" noProof="0" dirty="0"/>
              <a:t>Improvements and other uses for the model.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29469AE-B59A-AA41-9085-106D011808F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971550" y="6332220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 rtl="0"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9860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BA4CD02-C73F-9DB9-5459-56F5DCB9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</p:spPr>
        <p:txBody>
          <a:bodyPr/>
          <a:lstStyle/>
          <a:p>
            <a:r>
              <a:rPr lang="en-GB" noProof="0" dirty="0"/>
              <a:t>The Data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A9F46EB-351C-D95F-A585-B610F15A2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</p:spPr>
        <p:txBody>
          <a:bodyPr/>
          <a:lstStyle/>
          <a:p>
            <a:r>
              <a:rPr lang="en-GB" noProof="0" dirty="0"/>
              <a:t>Input Data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99DCC4E-18B0-0645-A459-65F6D37039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</p:spPr>
        <p:txBody>
          <a:bodyPr/>
          <a:lstStyle/>
          <a:p>
            <a:r>
              <a:rPr lang="en-GB" noProof="0" dirty="0"/>
              <a:t>Prepared Data</a:t>
            </a:r>
          </a:p>
        </p:txBody>
      </p:sp>
      <p:sp>
        <p:nvSpPr>
          <p:cNvPr id="26" name="Content Placeholder 4">
            <a:extLst>
              <a:ext uri="{FF2B5EF4-FFF2-40B4-BE49-F238E27FC236}">
                <a16:creationId xmlns:a16="http://schemas.microsoft.com/office/drawing/2014/main" id="{796DE831-9F69-536D-594F-46D57F1FF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</p:spPr>
        <p:txBody>
          <a:bodyPr/>
          <a:lstStyle/>
          <a:p>
            <a:r>
              <a:rPr lang="en-GB" noProof="0" dirty="0"/>
              <a:t>33 CSV Premier League season files </a:t>
            </a:r>
          </a:p>
          <a:p>
            <a:r>
              <a:rPr lang="en-GB" noProof="0" dirty="0"/>
              <a:t>One row per match with: date, home/away teams and goals at full time.</a:t>
            </a:r>
          </a:p>
          <a:p>
            <a:r>
              <a:rPr lang="en-GB" dirty="0"/>
              <a:t>More,</a:t>
            </a:r>
            <a:r>
              <a:rPr lang="en-GB" noProof="0" dirty="0"/>
              <a:t> sometimes sparse data such as bookmaker odds, referee, cards, shots, fouls, corners</a:t>
            </a:r>
          </a:p>
          <a:p>
            <a:r>
              <a:rPr lang="en-GB" noProof="0" dirty="0"/>
              <a:t>Inconsistent formatting across seasons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30FBD8F1-D2D2-1B3C-8640-B3A7779BA2B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150" cy="2687637"/>
          </a:xfrm>
        </p:spPr>
        <p:txBody>
          <a:bodyPr/>
          <a:lstStyle/>
          <a:p>
            <a:r>
              <a:rPr lang="en-GB" noProof="0" dirty="0"/>
              <a:t>Read files defensively</a:t>
            </a:r>
          </a:p>
          <a:p>
            <a:r>
              <a:rPr lang="en-GB" noProof="0" dirty="0"/>
              <a:t>Standardised formatting</a:t>
            </a:r>
          </a:p>
          <a:p>
            <a:r>
              <a:rPr lang="en-GB" dirty="0"/>
              <a:t>Converted bookmaker odds into average probabilities</a:t>
            </a:r>
            <a:endParaRPr lang="en-GB" noProof="0" dirty="0"/>
          </a:p>
          <a:p>
            <a:r>
              <a:rPr lang="en-GB" dirty="0"/>
              <a:t>Kept only relevant data (dates, teams, goals, bookmaker odds)</a:t>
            </a:r>
          </a:p>
          <a:p>
            <a:endParaRPr lang="en-GB" noProof="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F75B67D-E8A7-2AF0-6337-4B6FDEE6F1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71550" y="6332220"/>
            <a:ext cx="523240" cy="247651"/>
          </a:xfrm>
        </p:spPr>
        <p:txBody>
          <a:bodyPr anchor="t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22722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A4C370E-6E49-EF8A-1843-0F27D014D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</p:spPr>
        <p:txBody>
          <a:bodyPr/>
          <a:lstStyle/>
          <a:p>
            <a:r>
              <a:rPr lang="en-US" dirty="0"/>
              <a:t>Elo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Placeholder 2">
                <a:extLst>
                  <a:ext uri="{FF2B5EF4-FFF2-40B4-BE49-F238E27FC236}">
                    <a16:creationId xmlns:a16="http://schemas.microsoft.com/office/drawing/2014/main" id="{1FE502D4-293F-4F80-AB7C-459D9165DBE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951345" y="5064905"/>
                <a:ext cx="4838700" cy="1639698"/>
              </a:xfrm>
            </p:spPr>
            <p:txBody>
              <a:bodyPr/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⋅(1+</m:t>
                      </m:r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GB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i="0" smtClean="0">
                                  <a:latin typeface="Cambria Math" panose="02040503050406030204" pitchFamily="18" charset="0"/>
                                </a:rPr>
                                <m:t>goal</m:t>
                              </m:r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GB" i="0" smtClean="0">
                                  <a:latin typeface="Cambria Math" panose="02040503050406030204" pitchFamily="18" charset="0"/>
                                </a:rPr>
                                <m:t>diff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GB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ctual</m:t>
                          </m:r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6" name="Text Placeholder 2">
                <a:extLst>
                  <a:ext uri="{FF2B5EF4-FFF2-40B4-BE49-F238E27FC236}">
                    <a16:creationId xmlns:a16="http://schemas.microsoft.com/office/drawing/2014/main" id="{1FE502D4-293F-4F80-AB7C-459D9165DB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951345" y="5064905"/>
                <a:ext cx="4838700" cy="163969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4FD44C-F637-AC3F-A80D-8E86E65090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/>
          <a:lstStyle/>
          <a:p>
            <a:r>
              <a:rPr lang="en-US" dirty="0"/>
              <a:t>Expectation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2836ED6-927D-822E-9A26-75E02DF188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4581988"/>
            <a:ext cx="4838700" cy="315915"/>
          </a:xfrm>
        </p:spPr>
        <p:txBody>
          <a:bodyPr/>
          <a:lstStyle/>
          <a:p>
            <a:r>
              <a:rPr lang="en-US" dirty="0"/>
              <a:t>Update Formula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87A158E1-814B-28C1-6A2A-4CD5CA65CA9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27786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k: tunes general change per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p: goal diff exponent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5D204C16-CD5D-8575-9D56-8F79321471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579BA-AA31-0ADF-BE34-0FC34E9CBDF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971550" y="6332220"/>
            <a:ext cx="523240" cy="247651"/>
          </a:xfrm>
        </p:spPr>
        <p:txBody>
          <a:bodyPr anchor="t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5</a:t>
            </a:fld>
            <a:endParaRPr lang="en-GB" noProof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2">
                <a:extLst>
                  <a:ext uri="{FF2B5EF4-FFF2-40B4-BE49-F238E27FC236}">
                    <a16:creationId xmlns:a16="http://schemas.microsoft.com/office/drawing/2014/main" id="{77F245CA-5508-52D9-73C8-C9D9790D3D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2500" y="2720734"/>
                <a:ext cx="4838700" cy="17365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6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b="0" i="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8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(−</m:t>
                            </m:r>
                          </m:fName>
                          <m:e>
                            <m:f>
                              <m:fPr>
                                <m:ctrl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elo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sty m:val="p"/>
                                  </m:rP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elo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ℎ𝑜𝑚𝑒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𝑎𝑑𝑣</m:t>
                                </m:r>
                              </m:num>
                              <m:den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173.</m:t>
                                </m:r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func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800" dirty="0"/>
                  <a:t>               </a:t>
                </a:r>
              </a:p>
            </p:txBody>
          </p:sp>
        </mc:Choice>
        <mc:Fallback>
          <p:sp>
            <p:nvSpPr>
              <p:cNvPr id="11" name="Text Placeholder 2">
                <a:extLst>
                  <a:ext uri="{FF2B5EF4-FFF2-40B4-BE49-F238E27FC236}">
                    <a16:creationId xmlns:a16="http://schemas.microsoft.com/office/drawing/2014/main" id="{77F245CA-5508-52D9-73C8-C9D9790D3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2720734"/>
                <a:ext cx="4838700" cy="17365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95A5FED-5AD7-5811-42CA-30E77CF1FBA8}"/>
              </a:ext>
            </a:extLst>
          </p:cNvPr>
          <p:cNvSpPr txBox="1">
            <a:spLocks/>
          </p:cNvSpPr>
          <p:nvPr/>
        </p:nvSpPr>
        <p:spPr>
          <a:xfrm>
            <a:off x="924846" y="3350597"/>
            <a:ext cx="4838700" cy="2778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win: 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Draw: 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Away win: 0.0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44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4D8CB-A6A7-E2A2-9B4F-769D4ADF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0C66FB4-ED54-B50A-9659-86B799BF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</p:spPr>
        <p:txBody>
          <a:bodyPr/>
          <a:lstStyle/>
          <a:p>
            <a:r>
              <a:rPr lang="en-US" dirty="0"/>
              <a:t>Elo Model: Tuning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C7D01A2-31E8-8E98-CBCA-A5A8915529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/>
          <a:lstStyle/>
          <a:p>
            <a:r>
              <a:rPr lang="en-US" dirty="0"/>
              <a:t>Tuning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8F7E6C-C14B-C726-A185-EB7309B82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277869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k: tunes general change per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p: goal diff exponent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Home advantage rate: adjusts home advantage each season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Carry over: how much rating teams that stay up keep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Promoted 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F51C8703-135C-4FBD-B476-BD3CC2131D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/>
          <a:lstStyle/>
          <a:p>
            <a:r>
              <a:rPr lang="en-US" dirty="0"/>
              <a:t>Elo Parameters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34B2C-3F4C-C6E9-440B-30B7E2AF0D1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971550" y="6332220"/>
            <a:ext cx="523240" cy="247651"/>
          </a:xfrm>
        </p:spPr>
        <p:txBody>
          <a:bodyPr anchor="t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6</a:t>
            </a:fld>
            <a:endParaRPr lang="en-GB" noProof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B16F5CC-30EC-1130-B7E6-3CE6B9E1F7F8}"/>
              </a:ext>
            </a:extLst>
          </p:cNvPr>
          <p:cNvSpPr txBox="1">
            <a:spLocks/>
          </p:cNvSpPr>
          <p:nvPr/>
        </p:nvSpPr>
        <p:spPr>
          <a:xfrm>
            <a:off x="6399647" y="5277642"/>
            <a:ext cx="4838700" cy="315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Curve Parameters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D7FB6F9-6E2C-0E55-3A8D-D87C3A152EA2}"/>
              </a:ext>
            </a:extLst>
          </p:cNvPr>
          <p:cNvSpPr txBox="1">
            <a:spLocks/>
          </p:cNvSpPr>
          <p:nvPr/>
        </p:nvSpPr>
        <p:spPr>
          <a:xfrm>
            <a:off x="6399647" y="5593557"/>
            <a:ext cx="4838700" cy="809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Scale: how the rating gap affects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Draw width: how likely a draw is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4148A-BEFE-863C-F9DD-7B666CDF08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3483989"/>
            <a:ext cx="4838700" cy="574318"/>
          </a:xfrm>
        </p:spPr>
        <p:txBody>
          <a:bodyPr/>
          <a:lstStyle/>
          <a:p>
            <a:r>
              <a:rPr lang="en-GB" dirty="0"/>
              <a:t>Run coordinate-wise hill climbing over a discrete grid.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C42F48-8160-5FEF-5484-6027E87AC5B1}"/>
                  </a:ext>
                </a:extLst>
              </p:cNvPr>
              <p:cNvSpPr txBox="1"/>
              <p:nvPr/>
            </p:nvSpPr>
            <p:spPr>
              <a:xfrm>
                <a:off x="971550" y="2678589"/>
                <a:ext cx="4593373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RPS</m:t>
                      </m:r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C42F48-8160-5FEF-5484-6027E87AC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2678589"/>
                <a:ext cx="4593373" cy="5186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302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A259-9DD6-5695-8285-95157915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1BEC6C0-EB1E-9D44-5688-1F53F4AA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5668271" cy="610863"/>
          </a:xfrm>
        </p:spPr>
        <p:txBody>
          <a:bodyPr>
            <a:normAutofit/>
          </a:bodyPr>
          <a:lstStyle/>
          <a:p>
            <a:r>
              <a:rPr lang="en-US" dirty="0"/>
              <a:t>Elo Model: Validation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EF03EC7-C3FD-6126-68E1-1DE3181AF9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/>
          <a:lstStyle/>
          <a:p>
            <a:r>
              <a:rPr lang="en-US" dirty="0"/>
              <a:t>Walk forward test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32DB30-2D6A-C5D8-9618-B9A972E5D151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971550" y="6332220"/>
            <a:ext cx="523240" cy="247651"/>
          </a:xfrm>
        </p:spPr>
        <p:txBody>
          <a:bodyPr anchor="t">
            <a:normAutofit/>
          </a:bodyPr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7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C58136-6C72-FF6A-6142-A9386712C1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80264"/>
            <a:ext cx="9458826" cy="2774052"/>
          </a:xfrm>
        </p:spPr>
        <p:txBody>
          <a:bodyPr/>
          <a:lstStyle/>
          <a:p>
            <a:r>
              <a:rPr lang="en-GB" dirty="0"/>
              <a:t>I ran a walk forward test, predicting each season using only previous seasons. I compare how the RPS found in this test compares to the bookmakers’ RPS, by evaluating how much of the gap between a naïve baseline (historical H/D/A%) to the bookmakers that Elo closes.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DE8232-7DBD-6F1E-53C3-6A4A960C0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523787"/>
            <a:ext cx="8437306" cy="8659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24FD6B-906C-1131-BA54-5FDB146E2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85" y="4447416"/>
            <a:ext cx="4711729" cy="164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8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9061A-DFD2-E144-ABEE-AEEE0FB2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E0B4-682C-0F3D-DA3E-9BB23227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Elo Results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CB6715D-123F-26FC-8392-1FE6BB69DA7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8</a:t>
            </a:fld>
            <a:endParaRPr lang="en-GB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8C92D3-E038-3C88-06B7-10B42EE63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086" y="2004428"/>
            <a:ext cx="9004828" cy="445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78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7205B-F8B1-7334-B954-B9DABA8A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4B89-03C1-7AB6-C898-2358012ED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Elo Results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82B36DF-503F-2445-63DB-63ACA2FFE26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GB" noProof="0" smtClean="0"/>
              <a:pPr rtl="0"/>
              <a:t>9</a:t>
            </a:fld>
            <a:endParaRPr lang="en-GB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3C3625C-C076-87B6-53A0-09493A7EE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70" y="2047249"/>
            <a:ext cx="9828120" cy="458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23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0D53-B040-98D4-083D-8AA6CF631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58B3-2ECF-DCB5-DC11-403B5614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</p:spPr>
        <p:txBody>
          <a:bodyPr rtlCol="0">
            <a:normAutofit fontScale="90000"/>
          </a:bodyPr>
          <a:lstStyle/>
          <a:p>
            <a:pPr rtl="0"/>
            <a:r>
              <a:rPr lang="en-GB" noProof="0" dirty="0"/>
              <a:t>Limitations and improvements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F1152-7CE0-E0D8-CE2A-7EA64B7C00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rtlCol="0"/>
          <a:lstStyle/>
          <a:p>
            <a:pPr rtl="0"/>
            <a:r>
              <a:rPr lang="en-GB" noProof="0" dirty="0"/>
              <a:t>More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30560-5021-768F-BD7A-1979DA956B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872918"/>
          </a:xfrm>
        </p:spPr>
        <p:txBody>
          <a:bodyPr rtlCol="0"/>
          <a:lstStyle/>
          <a:p>
            <a:r>
              <a:rPr lang="en-GB" dirty="0"/>
              <a:t>Include injuries, signings, schedules, referees, managers etc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26429-AD60-FE44-7EF4-4B78EAE687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rtlCol="0"/>
          <a:lstStyle/>
          <a:p>
            <a:pPr rtl="0"/>
            <a:r>
              <a:rPr lang="en-GB" noProof="0" dirty="0" err="1"/>
              <a:t>xG</a:t>
            </a:r>
            <a:r>
              <a:rPr lang="en-GB" noProof="0" dirty="0"/>
              <a:t> Elo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D03CA-F7A5-AEA7-2558-E3312C22D5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5"/>
            <a:ext cx="2128157" cy="1093947"/>
          </a:xfrm>
        </p:spPr>
        <p:txBody>
          <a:bodyPr rtlCol="0"/>
          <a:lstStyle/>
          <a:p>
            <a:pPr rtl="0"/>
            <a:r>
              <a:rPr lang="en-GB" noProof="0" dirty="0"/>
              <a:t>Instead train a model based off the results that would be expected by </a:t>
            </a:r>
            <a:r>
              <a:rPr lang="en-GB" noProof="0" dirty="0" err="1"/>
              <a:t>xG</a:t>
            </a:r>
            <a:r>
              <a:rPr lang="en-GB" noProof="0" dirty="0"/>
              <a:t>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08C0D7-9F1C-8F44-6A71-9542B34007B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608496"/>
          </a:xfrm>
        </p:spPr>
        <p:txBody>
          <a:bodyPr rtlCol="0"/>
          <a:lstStyle/>
          <a:p>
            <a:pPr rtl="0"/>
            <a:r>
              <a:rPr lang="en-GB" noProof="0" dirty="0"/>
              <a:t>Attendance vs Home Advantage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813B00-DB42-C7C4-E251-C4214B2BD39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847638"/>
          </a:xfrm>
        </p:spPr>
        <p:txBody>
          <a:bodyPr rtlCol="0"/>
          <a:lstStyle/>
          <a:p>
            <a:pPr rtl="0"/>
            <a:r>
              <a:rPr lang="en-GB" dirty="0"/>
              <a:t>Test</a:t>
            </a:r>
            <a:r>
              <a:rPr lang="en-GB" noProof="0" dirty="0"/>
              <a:t> whether attendance affects performance </a:t>
            </a:r>
            <a:r>
              <a:rPr lang="en-GB" dirty="0"/>
              <a:t>like home advantage does.</a:t>
            </a:r>
            <a:r>
              <a:rPr lang="en-GB" noProof="0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787517-F394-52E4-96BA-900358505B1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369332"/>
          </a:xfrm>
        </p:spPr>
        <p:txBody>
          <a:bodyPr rtlCol="0"/>
          <a:lstStyle/>
          <a:p>
            <a:pPr rtl="0"/>
            <a:r>
              <a:rPr lang="en-GB" dirty="0"/>
              <a:t>More games</a:t>
            </a:r>
            <a:endParaRPr lang="en-GB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41C202-C52A-F916-3EF8-D7983EA5B80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8"/>
            <a:ext cx="2128157" cy="961757"/>
          </a:xfrm>
        </p:spPr>
        <p:txBody>
          <a:bodyPr rtlCol="0"/>
          <a:lstStyle/>
          <a:p>
            <a:pPr rtl="0"/>
            <a:r>
              <a:rPr lang="en-GB" dirty="0"/>
              <a:t>Test whether including European fixtures improves predictive power.</a:t>
            </a:r>
            <a:endParaRPr lang="en-GB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E65DF7-2222-25FA-05E7-9582A7FA41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rtlCol="0"/>
          <a:lstStyle/>
          <a:p>
            <a:pPr rtl="0"/>
            <a:r>
              <a:rPr lang="en-GB" dirty="0"/>
              <a:t>Live prediction</a:t>
            </a:r>
            <a:endParaRPr lang="en-GB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801BD0D-5300-D848-667A-94655D8E5CB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8"/>
            <a:ext cx="2129245" cy="1200921"/>
          </a:xfrm>
        </p:spPr>
        <p:txBody>
          <a:bodyPr rtlCol="0"/>
          <a:lstStyle/>
          <a:p>
            <a:pPr rtl="0"/>
            <a:r>
              <a:rPr lang="en-GB" noProof="0" dirty="0"/>
              <a:t>Use the model to predict future results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AEE7C12-9893-2898-40AF-B05A1D165C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971550" y="6332220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pPr rtl="0"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0888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9B87-6983-A5C2-6030-E179550F8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</p:spPr>
        <p:txBody>
          <a:bodyPr anchor="b">
            <a:normAutofit/>
          </a:bodyPr>
          <a:lstStyle/>
          <a:p>
            <a:r>
              <a:rPr lang="en-GB" dirty="0"/>
              <a:t>Questions?</a:t>
            </a:r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31A0362-A3BF-7B8B-D9CA-AFCCA290E3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294A09A9-5501-47C1-A89A-A340965A2BE2}" type="slidenum">
              <a:rPr lang="en-GB" noProof="0" smtClean="0"/>
              <a:pPr rtl="0">
                <a:spcAft>
                  <a:spcPts val="600"/>
                </a:spcAft>
              </a:pPr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6491593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31_TF78853419_Win32.potx" id="{4B078287-5F8B-4412-8B56-22BABE512007}" vid="{40D3F4AB-D386-4158-AD50-2BEE84BA26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1428</TotalTime>
  <Words>530</Words>
  <Application>Microsoft Office PowerPoint</Application>
  <PresentationFormat>Widescreen</PresentationFormat>
  <Paragraphs>92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Franklin Gothic Book</vt:lpstr>
      <vt:lpstr>Franklin Gothic Demi</vt:lpstr>
      <vt:lpstr>Wingdings</vt:lpstr>
      <vt:lpstr>Theme1</vt:lpstr>
      <vt:lpstr>Best Premier League Team</vt:lpstr>
      <vt:lpstr>Introduction</vt:lpstr>
      <vt:lpstr>Contents</vt:lpstr>
      <vt:lpstr>The Data</vt:lpstr>
      <vt:lpstr>Elo Model</vt:lpstr>
      <vt:lpstr>Elo Model: Tuning</vt:lpstr>
      <vt:lpstr>Elo Model: Validation</vt:lpstr>
      <vt:lpstr>Elo Results</vt:lpstr>
      <vt:lpstr>Elo Results</vt:lpstr>
      <vt:lpstr>Limitations and improvements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Pope</dc:creator>
  <cp:lastModifiedBy>Jack Pope</cp:lastModifiedBy>
  <cp:revision>2</cp:revision>
  <dcterms:created xsi:type="dcterms:W3CDTF">2026-09-20T10:16:16Z</dcterms:created>
  <dcterms:modified xsi:type="dcterms:W3CDTF">2026-09-21T20:37:48Z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